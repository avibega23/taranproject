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9AEC0"/>
                </a:solidFill>
                <a:latin typeface="Calibri"/>
              </a:rPr>
              <a:t>PUNJABI UNIVERSITY, PATIALA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0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76400"/>
            <a:ext cx="900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FindIt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90800"/>
            <a:ext cx="95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2D5E0"/>
                </a:solidFill>
                <a:latin typeface="Calibri"/>
              </a:rPr>
              <a:t>Smart campus lost &amp; found — report, match, and reunite belongings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52800"/>
            <a:ext cx="9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FD0C0"/>
                </a:solidFill>
                <a:latin typeface="Calibri"/>
              </a:rPr>
              <a:t>MINOR PROJECT  |  WEB DEV / FULL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91000"/>
            <a:ext cx="95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Presented by Taran Singh (12401067)  ·  Prince (12401062)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5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B.Tech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500"/>
            <a:ext cx="9000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D0C0"/>
                </a:solidFill>
                <a:latin typeface="Calibri"/>
              </a:rPr>
              <a:t>Under the guidance of Dr. Harpreet Kaur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AEC0"/>
                </a:solidFill>
                <a:latin typeface="Calibri"/>
              </a:rPr>
              <a:t>FindIt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9AEC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0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4953000" cy="4200000"/>
          </a:xfrm>
          <a:prstGeom prst="rect">
            <a:avLst/>
          </a:prstGeom>
          <a:solidFill>
            <a:srgbClr val="F7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1371600"/>
            <a:ext cx="4953000" cy="4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F674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981200"/>
            <a:ext cx="4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The Real-World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90800"/>
            <a:ext cx="4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Lost items are announced in scattered chats and notice boards.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Posts are hard to search and easy to miss.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Private identifying details often end up in public threads.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524000"/>
            <a:ext cx="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6B5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1981200"/>
            <a:ext cx="4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Calibri"/>
              </a:rPr>
              <a:t>The Need for a Simple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590800"/>
            <a:ext cx="4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One searchable place for lost and found reports.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Explainable match suggestions between opposite-type reports.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96579"/>
                </a:solidFill>
                <a:latin typeface="Calibri"/>
              </a:rPr>
              <a:t>Claims and moderation that keep ownership proof private.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Calibri"/>
              </a:rPr>
              <a:t>Objectives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00000"/>
            <a:ext cx="3200400" cy="28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120000"/>
            <a:ext cx="6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5500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033"/>
                </a:solidFill>
                <a:latin typeface="Calibri"/>
              </a:rPr>
              <a:t>Prepare Trustworthy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00000"/>
            <a:ext cx="28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Moderate lost/found reports for campus search and recovery.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000000"/>
            <a:ext cx="3200400" cy="28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20000"/>
            <a:ext cx="6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500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033"/>
                </a:solidFill>
                <a:latin typeface="Calibri"/>
              </a:rPr>
              <a:t>Learn Useful Similarities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00000"/>
            <a:ext cx="28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Score opposite-type reports with category, text, location, and date — and explain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200" y="1000000"/>
            <a:ext cx="3200400" cy="28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8600" y="1120000"/>
            <a:ext cx="6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6B5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1550000"/>
            <a:ext cx="2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033"/>
                </a:solidFill>
                <a:latin typeface="Calibri"/>
              </a:rPr>
              <a:t>Make It Accessible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600" y="2300000"/>
            <a:ext cx="28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Ship a Next.js app to browse, report, claim, and administer.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0000"/>
            <a:ext cx="10668000" cy="1700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4400000"/>
            <a:ext cx="4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FindIt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490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2D5E0"/>
                </a:solidFill>
                <a:latin typeface="Calibri"/>
              </a:rPr>
              <a:t>Moderated listings + explainable matches + private claims — instead of plain public CRUD or moderation-only boards.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Data Model &amp; Match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00000"/>
            <a:ext cx="25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5800" y="1000000"/>
            <a:ext cx="22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User /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800" y="1500000"/>
            <a:ext cx="2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Accounts &amp; signed-in cookies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5800" y="900000"/>
            <a:ext cx="25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800" y="1000000"/>
            <a:ext cx="22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800" y="1500000"/>
            <a:ext cx="2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Lost or found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800" y="900000"/>
            <a:ext cx="25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5800" y="1000000"/>
            <a:ext cx="22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5800" y="1500000"/>
            <a:ext cx="2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Ownership request on a found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5800" y="900000"/>
            <a:ext cx="25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5800" y="1000000"/>
            <a:ext cx="22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ActivityLog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5800" y="1500000"/>
            <a:ext cx="2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Moderation &amp; claim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Default match weights (min score 0.35)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00000"/>
            <a:ext cx="2500000" cy="27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800" y="32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Category ≈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800" y="3800000"/>
            <a:ext cx="22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Same class pairs are likelier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5800" y="3000000"/>
            <a:ext cx="2500000" cy="27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5800" y="32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Text ≈ 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800" y="3800000"/>
            <a:ext cx="22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Shared keywords in title/description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5800" y="3000000"/>
            <a:ext cx="2500000" cy="27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5800" y="32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Location ≈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800" y="3800000"/>
            <a:ext cx="22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Campus geography hint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5800" y="3000000"/>
            <a:ext cx="2500000" cy="27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5800" y="32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6B5A"/>
                </a:solidFill>
                <a:latin typeface="Calibri"/>
              </a:rPr>
              <a:t>Date ≈ 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5800" y="3800000"/>
            <a:ext cx="22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Decays outside 14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00000"/>
            <a:ext cx="10668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≈70% of the default weight sits on category + text overlap. Matching is a heuristic estimate, not a probability.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Technology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800" y="11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Next.js /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800" y="15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App Router, TypeScript, Tailwind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5800" y="9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800" y="11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800" y="15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REST API, controllers,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5800" y="9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5800" y="11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MongoDB / Mongoose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5800" y="15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Documents and indexes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800" y="27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Zod / RHF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800" y="31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Request and form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5800" y="25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800" y="27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Vitest / Supertest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800" y="31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In-memory API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5800" y="2500000"/>
            <a:ext cx="3300000" cy="14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5800" y="27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5A"/>
                </a:solidFill>
                <a:latin typeface="Calibri"/>
              </a:rPr>
              <a:t>HTTP-only cookie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5800" y="3150000"/>
            <a:ext cx="3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6579"/>
                </a:solidFill>
                <a:latin typeface="Calibri"/>
              </a:rPr>
              <a:t>Session auth (no localStorage tokens)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00000"/>
            <a:ext cx="10668000" cy="15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46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FD0C0"/>
                </a:solidFill>
                <a:latin typeface="Calibri"/>
              </a:rPr>
              <a:t>Three separated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5100000"/>
            <a:ext cx="10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Presentation (Next.js)  →  API Layer (Express rules)  →  Data Layer (MongoDB)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Live App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50000"/>
            <a:ext cx="5200000" cy="48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15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Browse &amp;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46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Home shows approved lost / found / resolved counts.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Browse filters by type, category, location, and date.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Report form creates a pending item (optional image).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Pending reports stay off public browse until approved.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000" y="950000"/>
            <a:ext cx="5000000" cy="48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0000" y="115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FD0C0"/>
                </a:solidFill>
                <a:latin typeface="Calibri"/>
              </a:rPr>
              <a:t>Match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700000"/>
            <a:ext cx="46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Open a lost earbuds report from seed data.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Ranked found candidates with scores and reasons: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  • Same category  • Shared words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  • Similar location  • Days apart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Reviewers see why reports were linked before approving claims.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2D5E0"/>
                </a:solidFill>
                <a:latin typeface="Calibri"/>
              </a:rPr>
              <a:t>Disclaimer: heuristic estimate, not a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Sample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6579"/>
                </a:solidFill>
                <a:latin typeface="Calibri"/>
              </a:rPr>
              <a:t>The exact seeded scenario used in the demo, and what the system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0000"/>
            <a:ext cx="2500000" cy="2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58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8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Demo students + earbuds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00000"/>
            <a:ext cx="2500000" cy="22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90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90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Lost ↔ found with reasons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00000"/>
            <a:ext cx="2500000" cy="22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22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2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Proof visible to reviewers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500000"/>
            <a:ext cx="2500000" cy="2200000"/>
          </a:xfrm>
          <a:prstGeom prst="rect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5400" y="17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5400" y="2400000"/>
            <a:ext cx="22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6579"/>
                </a:solidFill>
                <a:latin typeface="Calibri"/>
              </a:rPr>
              <a:t>Item marked resolved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00000"/>
            <a:ext cx="10668000" cy="1500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4400000"/>
            <a:ext cx="4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FD0C0"/>
                </a:solidFill>
                <a:latin typeface="Calibri"/>
              </a:rPr>
              <a:t>Predicted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48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recoverable campus loop: searchable listings, explainable matches, moderated claims — not a chat dump.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Validation &amp; Demo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6579"/>
                </a:solidFill>
                <a:latin typeface="Calibri"/>
              </a:rPr>
              <a:t>Checked with automated API tests and a seeded walkthrough — not ML hold-out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Vitest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18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API behaviours covered with Supertest + in-memory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0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31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Public JSON omits identifying details and claim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00000"/>
            <a:ext cx="10668000" cy="11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350000"/>
            <a:ext cx="2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6B5A"/>
                </a:solidFill>
                <a:latin typeface="Calibri"/>
              </a:rPr>
              <a:t>Demo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0" y="4400000"/>
            <a:ext cx="7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Calibri"/>
              </a:rPr>
              <a:t>Seed → match → claim → resolve works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00000"/>
            <a:ext cx="5200000" cy="45000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0" y="1100000"/>
            <a:ext cx="5200000" cy="4500000"/>
          </a:xfrm>
          <a:prstGeom prst="rect">
            <a:avLst/>
          </a:prstGeom>
          <a:solidFill>
            <a:srgbClr val="F7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30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B5A"/>
                </a:solidFill>
                <a:latin typeface="Calibri"/>
              </a:rPr>
              <a:t>What We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00000"/>
            <a:ext cx="4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Full-stack FindIt with Next.js + Express + MongoDB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Explainable match weights (35/35/15/15)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Private claim proof + admin moderation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Seeded demo path and 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130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F674F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900000"/>
            <a:ext cx="46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Email / in-app notifications on claim review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Map or building list for locations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Object storage for images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72033"/>
                </a:solidFill>
                <a:latin typeface="Calibri"/>
              </a:rPr>
              <a:t>• Richer administrator audit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6579"/>
                </a:solidFill>
                <a:latin typeface="Calibri"/>
              </a:rPr>
              <a:t>FindIt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9657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F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0000"/>
            <a:ext cx="9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9AEC0"/>
                </a:solidFill>
                <a:latin typeface="Calibri"/>
              </a:rPr>
              <a:t>Questions are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Taran Singh | 12401067    ·    Prince | 12401062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AEC0"/>
                </a:solidFill>
                <a:latin typeface="Calibri"/>
              </a:rPr>
              <a:t>B.Tech CSE  |  Punjabi University, Patiala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00000"/>
            <a:ext cx="9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D0C0"/>
                </a:solidFill>
                <a:latin typeface="Calibri"/>
              </a:rPr>
              <a:t>Under the guidance of Dr. Harpreet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62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AEC0"/>
                </a:solidFill>
                <a:latin typeface="Calibri"/>
              </a:rPr>
              <a:t>FindIt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0" y="642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9AE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